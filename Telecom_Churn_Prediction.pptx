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60120"/>
            <a:ext cx="777240" cy="7772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" name="Image 0" descr="icon_user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1133856"/>
            <a:ext cx="429768" cy="429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TELECOM CHURN PREDICTION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Project — Predictive Analytics on Customer Retention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3520440"/>
            <a:ext cx="1024128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794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206240"/>
            <a:ext cx="98755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companies lose steady revenue when customers cancel service (churn). 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a new customer costs far more than keeping an existing one.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which customers are likely to churn, so the retention team can step in before they leave.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— Kanika Joshi   |   Data Science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Loading &amp; Dataset Overview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087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69080" y="14173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/>
        </p:spPr>
      </p:sp>
      <p:sp>
        <p:nvSpPr>
          <p:cNvPr id="9" name="Text 6"/>
          <p:cNvSpPr/>
          <p:nvPr/>
        </p:nvSpPr>
        <p:spPr>
          <a:xfrm>
            <a:off x="4069080" y="15087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406908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/ features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589520" y="141732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/>
        </p:spPr>
      </p:sp>
      <p:sp>
        <p:nvSpPr>
          <p:cNvPr id="12" name="Text 9"/>
          <p:cNvSpPr/>
          <p:nvPr/>
        </p:nvSpPr>
        <p:spPr>
          <a:xfrm>
            <a:off x="7589520" y="150876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7589520" y="2194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churn rate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0080" y="342900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Telco Customer Churn dataset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WA_Fn-UseC_-Telco-Customer-Churn.csv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customer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12648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covers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217920" y="3429000"/>
            <a:ext cx="5394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 (gender, senior citizen, partner, dependents)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info (tenure, contract type, payment method, charges)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subscribed (internet, phone, streaming, tech support)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column: Churn (Yes / No)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349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5349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with pandas as a single DataFrame — this became the base for cleaning, EDA, and modeling.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 Prediction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on_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08760" y="166420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937760" y="1664208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duplicates — none found (0 rows)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724912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" y="299923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999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08760" y="28346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customerID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937760" y="283464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an identifier, no predictive value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895344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416966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1696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508760" y="4005072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TotalCharges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937760" y="4005072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stored as text; converted to numeric — found 11 missing values, filled with 0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548640" y="5065776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534009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340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508760" y="5175504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target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937760" y="5175504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column mapped: "Yes" → 1, "No" → 0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 Prediction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icon_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 — Overview</a:t>
            </a:r>
            <a:endParaRPr lang="en-US" sz="3000" dirty="0"/>
          </a:p>
        </p:txBody>
      </p:sp>
      <p:pic>
        <p:nvPicPr>
          <p:cNvPr id="5" name="Image 1" descr="/home/claude/nb_images/cell9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4206240" cy="42062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5212080" y="201168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 in 4 customers (26.5%) has churned — a meaningful and costly share of the base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 churn far more: 42.7%, vs 11.3% (one year) and 2.8% (two year)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 churn more (41.9%) than DSL (19.0%) or no-internet customers (7.4%)</a:t>
            </a:r>
            <a:endParaRPr lang="en-US" sz="15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length and internet type stand out early as strong churn signals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 Prediction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on_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Where Churn Concentrates</a:t>
            </a:r>
            <a:endParaRPr lang="en-US" sz="3000" dirty="0"/>
          </a:p>
        </p:txBody>
      </p:sp>
      <p:pic>
        <p:nvPicPr>
          <p:cNvPr id="5" name="Image 1" descr="/home/claude/nb_images/cell11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08760"/>
            <a:ext cx="11064240" cy="2651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44348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check payers show the highest churn share of any payment method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no tech support churn noticeably more than those with it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categorical patterns fed directly into feature engineering next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 Prediction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icon_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55448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tenure_group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114800" y="155448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tenure into ranges: 0–1yr, 1–2yr, 2–4yr, 4–5yr, 5yr+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265176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num_services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114800" y="265176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of add-on services each customer subscribes to (security, backup, tech support, streaming, etc.)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74904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avg_monthly_spend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114800" y="374904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TotalCharges ÷ tenure — a normalized spend measure per customer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8463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8463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no_support_services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114800" y="484632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for customers with neither online security nor tech support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 Prediction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on_sli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Train-Test Split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48132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481328"/>
            <a:ext cx="2834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749040" y="1481328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converted with one-hot encoding (get_dummies) — final feature count: 36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44144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441448"/>
            <a:ext cx="2834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fix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749040" y="2441448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TotalCharges (redundant with tenure x MonthlyCharges); avg_monthly_spend already captures that ratio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40156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3401568"/>
            <a:ext cx="2834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749040" y="3401568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/ 20% test, stratified on Churn, random_state = 42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361688"/>
            <a:ext cx="1106424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361688"/>
            <a:ext cx="28346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749040" y="4361688"/>
            <a:ext cx="76809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fit on train, applied to test (no leakage)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5321808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F4F7FB"/>
          </a:solidFill>
          <a:ln w="12700">
            <a:solidFill>
              <a:srgbClr val="E3E9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5321808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— SMOTE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749040" y="5321808"/>
            <a:ext cx="76809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only to training data, after the split. Balanced train churn rate to 50% (8,278 rows). Test set left untouched — a real, honest sample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 Prediction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icon_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Building &amp; Comparison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 trained on the SMOTE-balanced training set, tested on the untouched test set: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1737360"/>
        </p:xfrm>
        <a:graphic>
          <a:graphicData uri="http://schemas.openxmlformats.org/drawingml/2006/table">
            <a:tbl>
              <a:tblPr/>
              <a:tblGrid>
                <a:gridCol w="3017520"/>
                <a:gridCol w="1609344"/>
                <a:gridCol w="1609344"/>
                <a:gridCol w="1609344"/>
                <a:gridCol w="1609344"/>
                <a:gridCol w="1609344"/>
              </a:tblGrid>
              <a:tr h="4343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gave the best balance of precision and recall, with the strongest ROC-AUC — selected for tuning.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 Prediction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5778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&amp; Final Evaluation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(GridSearchCV, 5-fold, scoring = ROC-AUC)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18288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params: n_estimators = 200, learning_rate = 0.1, max_depth = 4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CV ROC-AUC (resampled train): 0.939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309360" y="1737360"/>
            <a:ext cx="1600200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1783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0.784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309360" y="2377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046720" y="1737360"/>
            <a:ext cx="1600200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0" y="1783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0.837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046720" y="2377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784080" y="1737360"/>
            <a:ext cx="1600200" cy="1234440"/>
          </a:xfrm>
          <a:prstGeom prst="roundRect">
            <a:avLst>
              <a:gd name="adj" fmla="val 5185"/>
            </a:avLst>
          </a:prstGeom>
          <a:solidFill>
            <a:srgbClr val="F4F7FB"/>
          </a:solidFill>
          <a:ln/>
        </p:spPr>
      </p:sp>
      <p:sp>
        <p:nvSpPr>
          <p:cNvPr id="14" name="Text 11"/>
          <p:cNvSpPr/>
          <p:nvPr/>
        </p:nvSpPr>
        <p:spPr>
          <a:xfrm>
            <a:off x="9784080" y="178308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0.591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784080" y="23774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309360" y="31089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 ROC-AUC on real training data: 0.834 ± 0.014 — consistent, no overfitting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48640" y="3794760"/>
            <a:ext cx="11064240" cy="0"/>
          </a:xfrm>
          <a:prstGeom prst="line">
            <a:avLst/>
          </a:prstGeom>
          <a:noFill/>
          <a:ln w="19050">
            <a:solidFill>
              <a:srgbClr val="E3E9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Driving Churn Predictions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8640" y="4434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no_support_services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26280" y="4507992"/>
            <a:ext cx="1226759" cy="201168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5760720" y="44348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0.258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172200" y="44348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0149840" y="4507992"/>
            <a:ext cx="618134" cy="201168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/>
        </p:spPr>
      </p:sp>
      <p:sp>
        <p:nvSpPr>
          <p:cNvPr id="24" name="Text 21"/>
          <p:cNvSpPr/>
          <p:nvPr/>
        </p:nvSpPr>
        <p:spPr>
          <a:xfrm>
            <a:off x="11384280" y="44348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0.130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4892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Two year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26280" y="4965192"/>
            <a:ext cx="418429" cy="201168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5760720" y="4892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0.088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172200" y="48920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Contract: One year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0149840" y="4965192"/>
            <a:ext cx="332842" cy="201168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/>
        </p:spPr>
      </p:sp>
      <p:sp>
        <p:nvSpPr>
          <p:cNvPr id="30" name="Text 27"/>
          <p:cNvSpPr/>
          <p:nvPr/>
        </p:nvSpPr>
        <p:spPr>
          <a:xfrm>
            <a:off x="11384280" y="48920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0.070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48640" y="53492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Payment: Electronic check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4526280" y="5422392"/>
            <a:ext cx="323332" cy="201168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/>
        </p:spPr>
      </p:sp>
      <p:sp>
        <p:nvSpPr>
          <p:cNvPr id="33" name="Text 30"/>
          <p:cNvSpPr/>
          <p:nvPr/>
        </p:nvSpPr>
        <p:spPr>
          <a:xfrm>
            <a:off x="5760720" y="53492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0.068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172200" y="53492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 Fiber optic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0149840" y="5422392"/>
            <a:ext cx="290048" cy="201168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/>
        </p:spPr>
      </p:sp>
      <p:sp>
        <p:nvSpPr>
          <p:cNvPr id="36" name="Text 33"/>
          <p:cNvSpPr/>
          <p:nvPr/>
        </p:nvSpPr>
        <p:spPr>
          <a:xfrm>
            <a:off x="11384280" y="53492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0.061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 Prediction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84648" y="1828800"/>
            <a:ext cx="914400" cy="9144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5" name="Image 0" descr="icon_a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5816" y="2029968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803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0" y="3657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 Churn Prediction — Internship Project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718304" y="4297680"/>
            <a:ext cx="274320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6"/>
          <p:cNvSpPr/>
          <p:nvPr/>
        </p:nvSpPr>
        <p:spPr>
          <a:xfrm>
            <a:off x="0" y="45262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– Kanika Joshi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0" y="49377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– Data Science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2026-08-27T16:21:05Z</dcterms:created>
  <dcterms:modified xsi:type="dcterms:W3CDTF">2026-08-27T16:21:05Z</dcterms:modified>
</cp:coreProperties>
</file>